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1616"/>
                </a:solidFill>
              </a:defRPr>
            </a:pPr>
            <a:r>
              <a:t>Detailed Query Reformulation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66928"/>
            <a:ext cx="3108960" cy="5577840"/>
          </a:xfrm>
          <a:prstGeom prst="roundRect">
            <a:avLst/>
          </a:prstGeom>
          <a:noFill/>
          <a:ln w="2286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429768"/>
            <a:ext cx="3035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1616"/>
                </a:solidFill>
              </a:defRPr>
            </a:pPr>
            <a:r>
              <a:t>Query Sources + Prompt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566928"/>
            <a:ext cx="4297680" cy="5577840"/>
          </a:xfrm>
          <a:prstGeom prst="roundRect">
            <a:avLst/>
          </a:prstGeom>
          <a:noFill/>
          <a:ln w="2286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48456" y="429768"/>
            <a:ext cx="42245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1616"/>
                </a:solidFill>
              </a:defRPr>
            </a:pPr>
            <a:r>
              <a:t>Validation + Fallback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566928"/>
            <a:ext cx="3749039" cy="5577840"/>
          </a:xfrm>
          <a:prstGeom prst="roundRect">
            <a:avLst/>
          </a:prstGeom>
          <a:noFill/>
          <a:ln w="2286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429768"/>
            <a:ext cx="3675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1616"/>
                </a:solidFill>
              </a:defRPr>
            </a:pPr>
            <a:r>
              <a:t>Retrieval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914400"/>
            <a:ext cx="2606040" cy="566928"/>
          </a:xfrm>
          <a:prstGeom prst="rect">
            <a:avLst/>
          </a:prstGeom>
          <a:solidFill>
            <a:srgbClr val="DCD5E3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14400"/>
            <a:ext cx="2606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61616"/>
                </a:solidFill>
              </a:defRPr>
            </a:pPr>
            <a:r>
              <a:t>Batch examples -&gt; extract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682496"/>
            <a:ext cx="2606040" cy="914400"/>
          </a:xfrm>
          <a:prstGeom prst="rect">
            <a:avLst/>
          </a:prstGeom>
          <a:solidFill>
            <a:srgbClr val="EDD9C0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682496"/>
            <a:ext cx="2606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Base query assembly</a:t>
            </a:r>
            <a:br/>
            <a:r>
              <a:t>q_texts += question</a:t>
            </a:r>
            <a:br/>
            <a:r>
              <a:t>q_meta.kind='base'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779776"/>
            <a:ext cx="2606040" cy="960120"/>
          </a:xfrm>
          <a:prstGeom prst="rect">
            <a:avLst/>
          </a:prstGeom>
          <a:solidFill>
            <a:srgbClr val="F0DFCA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779776"/>
            <a:ext cx="2606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Build reform prompts</a:t>
            </a:r>
            <a:br/>
            <a:r>
              <a:t>reform_prompt.format(question=q)</a:t>
            </a:r>
            <a:br/>
            <a:r>
              <a:t>(one prompt per example)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941063"/>
            <a:ext cx="2606040" cy="914400"/>
          </a:xfrm>
          <a:prstGeom prst="rect">
            <a:avLst/>
          </a:prstGeom>
          <a:solidFill>
            <a:srgbClr val="E8C2C2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41063"/>
            <a:ext cx="2606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AsyncLLMClient.generate_batch</a:t>
            </a:r>
            <a:br/>
            <a:r>
              <a:t>(max_tokens,temp from QueryConfig)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914400"/>
            <a:ext cx="3840480" cy="566928"/>
          </a:xfrm>
          <a:prstGeom prst="rect">
            <a:avLst/>
          </a:prstGeom>
          <a:solidFill>
            <a:srgbClr val="EDD9C0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914400"/>
            <a:ext cx="3840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Normalize output: strip + single-line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1682496"/>
            <a:ext cx="3840480" cy="822960"/>
          </a:xfrm>
          <a:prstGeom prst="roundRect">
            <a:avLst/>
          </a:prstGeom>
          <a:solidFill>
            <a:srgbClr val="F2DDDD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1682496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1616"/>
                </a:solidFill>
              </a:defRPr>
            </a:pPr>
            <a:r>
              <a:t>Decision A</a:t>
            </a:r>
            <a:br/>
            <a:r>
              <a:t>empty / exception?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697480"/>
            <a:ext cx="3840480" cy="777240"/>
          </a:xfrm>
          <a:prstGeom prst="rect">
            <a:avLst/>
          </a:prstGeom>
          <a:solidFill>
            <a:srgbClr val="E8C2C2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697480"/>
            <a:ext cx="3840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Fallback query</a:t>
            </a:r>
            <a:br/>
            <a:r>
              <a:t>extract alpha words len&gt;4, first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657600"/>
            <a:ext cx="3840480" cy="914400"/>
          </a:xfrm>
          <a:prstGeom prst="roundRect">
            <a:avLst/>
          </a:prstGeom>
          <a:solidFill>
            <a:srgbClr val="F2DDDD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65760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1616"/>
                </a:solidFill>
              </a:defRPr>
            </a:pPr>
            <a:r>
              <a:t>Decision B</a:t>
            </a:r>
            <a:br/>
            <a:r>
              <a:t>validate_reformulated_query</a:t>
            </a:r>
            <a:br/>
            <a:r>
              <a:t>(5-14 tokens, no BAD_TOKENS, medical token)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782312"/>
            <a:ext cx="3840480" cy="914400"/>
          </a:xfrm>
          <a:prstGeom prst="rect">
            <a:avLst/>
          </a:prstGeom>
          <a:solidFill>
            <a:srgbClr val="F0DFCA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4782312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Set final query</a:t>
            </a:r>
            <a:br/>
            <a:r>
              <a:t>reformulated_queries[ex_idx] = out</a:t>
            </a:r>
            <a:br/>
            <a:r>
              <a:t>invalid -&gt; fallback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960120"/>
            <a:ext cx="3200400" cy="914400"/>
          </a:xfrm>
          <a:prstGeom prst="rect">
            <a:avLst/>
          </a:prstGeom>
          <a:solidFill>
            <a:srgbClr val="EDD9C0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9601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Append reformulated query</a:t>
            </a:r>
            <a:br/>
            <a:r>
              <a:t>q_texts += out</a:t>
            </a:r>
            <a:br/>
            <a:r>
              <a:t>q_meta += {kind:'reform', ex_idx}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103120"/>
            <a:ext cx="3200400" cy="1097280"/>
          </a:xfrm>
          <a:prstGeom prst="rect">
            <a:avLst/>
          </a:prstGeom>
          <a:solidFill>
            <a:srgbClr val="F0DFCA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1031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Embed all query variants</a:t>
            </a:r>
            <a:br/>
            <a:r>
              <a:t>(base/opt/exp/hyde/reform)</a:t>
            </a:r>
            <a:br/>
            <a:r>
              <a:t>Dense/BM25 retrieval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429000"/>
            <a:ext cx="3200400" cy="1097280"/>
          </a:xfrm>
          <a:prstGeom prst="rect">
            <a:avLst/>
          </a:prstGeom>
          <a:solidFill>
            <a:srgbClr val="E8C2C2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4290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Group by ex_idx</a:t>
            </a:r>
            <a:br/>
            <a:r>
              <a:t>Fuse (RRF + lexical overlap)</a:t>
            </a:r>
            <a:br/>
            <a:r>
              <a:t>threshold + dedupe + max_passages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754880"/>
            <a:ext cx="3200400" cy="914400"/>
          </a:xfrm>
          <a:prstGeom prst="rect">
            <a:avLst/>
          </a:prstGeom>
          <a:solidFill>
            <a:srgbClr val="DCD5E3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7548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61616"/>
                </a:solidFill>
              </a:defRPr>
            </a:pPr>
            <a:r>
              <a:t>Prompt assembly + answering</a:t>
            </a:r>
            <a:br/>
            <a:r>
              <a:t>Store reformulated_query in outputs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828800" y="1481328"/>
            <a:ext cx="0" cy="164592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28800" y="2606040"/>
            <a:ext cx="0" cy="137160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828800" y="3749039"/>
            <a:ext cx="0" cy="173737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154680" y="4389120"/>
            <a:ext cx="640080" cy="0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760720" y="1481328"/>
            <a:ext cx="0" cy="164592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760720" y="2505456"/>
            <a:ext cx="0" cy="173736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60720" y="3474720"/>
            <a:ext cx="0" cy="164592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60720" y="4572000"/>
            <a:ext cx="0" cy="192024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726679" y="5239512"/>
            <a:ext cx="640081" cy="0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012680" y="1874519"/>
            <a:ext cx="0" cy="210312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12680" y="3200400"/>
            <a:ext cx="0" cy="201168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012680" y="4526280"/>
            <a:ext cx="0" cy="201168"/>
          </a:xfrm>
          <a:prstGeom prst="line">
            <a:avLst/>
          </a:prstGeom>
          <a:ln w="4191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24927" y="1783080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61616"/>
                </a:solidFill>
              </a:defRPr>
            </a:pPr>
            <a:r>
              <a:t>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7" y="3730752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61616"/>
                </a:solidFill>
              </a:defRPr>
            </a:pPr>
            <a:r>
              <a:t>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67328" y="5897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61616"/>
                </a:solidFill>
              </a:defRPr>
            </a:pPr>
            <a:r>
              <a:t>Key params: use_reformulation, reformulation_model, reformulation_temperature, reformulation_max_tokens, prompt_template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